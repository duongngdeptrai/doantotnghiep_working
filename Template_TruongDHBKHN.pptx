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143000" y="1538287"/>
            <a:ext cx="6858000" cy="2387600"/>
          </a:xfrm>
        </p:spPr>
        <p:txBody>
          <a:bodyPr anchor="b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 smtClean="0"/>
              <a:t>Click to edit </a:t>
            </a:r>
            <a:br>
              <a:rPr lang="en-US" dirty="0" smtClean="0"/>
            </a:br>
            <a:r>
              <a:rPr lang="en-US" dirty="0" smtClean="0"/>
              <a:t>Master subtitle style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3132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2761-52B0-42C5-B01B-DF8F69615AE5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976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2761-52B0-42C5-B01B-DF8F69615AE5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36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2761-52B0-42C5-B01B-DF8F69615AE5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240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2761-52B0-42C5-B01B-DF8F69615AE5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26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2761-52B0-42C5-B01B-DF8F69615AE5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667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2761-52B0-42C5-B01B-DF8F69615AE5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338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2761-52B0-42C5-B01B-DF8F69615AE5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227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2761-52B0-42C5-B01B-DF8F69615AE5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892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2761-52B0-42C5-B01B-DF8F69615AE5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244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2761-52B0-42C5-B01B-DF8F69615AE5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33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C2761-52B0-42C5-B01B-DF8F69615AE5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969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8950" y="-87315"/>
            <a:ext cx="8026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8950" y="1346200"/>
            <a:ext cx="8026400" cy="4902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EC2761-52B0-42C5-B01B-DF8F69615AE5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EBBDA-6239-48A4-BF42-145536EA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5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039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241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510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8584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A4D7F9D-CF2C-4E80-8360-F21AE36D35D4}" vid="{71563601-04E0-4A9A-AE8B-FC38A55497E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Presentation1</Template>
  <TotalTime>27</TotalTime>
  <Words>0</Words>
  <Application>Microsoft Office PowerPoint</Application>
  <PresentationFormat>On-screen Show (4:3)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Hang</dc:creator>
  <cp:lastModifiedBy>Hang</cp:lastModifiedBy>
  <cp:revision>4</cp:revision>
  <dcterms:created xsi:type="dcterms:W3CDTF">2016-07-25T07:53:11Z</dcterms:created>
  <dcterms:modified xsi:type="dcterms:W3CDTF">2016-07-25T08:20:59Z</dcterms:modified>
</cp:coreProperties>
</file>